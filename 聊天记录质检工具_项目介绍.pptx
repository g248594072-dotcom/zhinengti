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0" y="59436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9144000" cy="109728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9144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9536" y="1325880"/>
            <a:ext cx="7498079" cy="356616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1280160"/>
            <a:ext cx="7498079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280160"/>
            <a:ext cx="7498079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7280" y="1463040"/>
            <a:ext cx="2377440" cy="29260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Cross-Border E-Commerce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920240"/>
            <a:ext cx="69494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聊天记录质检工具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971800"/>
            <a:ext cx="6949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369A1"/>
                </a:solidFill>
              </a:defRPr>
            </a:pPr>
            <a:r>
              <a:t>帮跨境电商销售团队解决「聊得多、检不过来、标准不统一」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703320"/>
            <a:ext cx="6949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支持所有可导出聊天记录，或允许接入聊天记录 API 的平台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5074920"/>
            <a:ext cx="2194560" cy="5029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369A1"/>
                </a:solidFill>
              </a:defRPr>
            </a:pPr>
            <a:r>
              <a:t>⚡  10 分钟出日报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5074920"/>
            <a:ext cx="2194560" cy="5029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369A1"/>
                </a:solidFill>
              </a:defRPr>
            </a:pPr>
            <a:r>
              <a:t>🎯  高风险自动标红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5074920"/>
            <a:ext cx="2194560" cy="5029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369A1"/>
                </a:solidFill>
              </a:defRPr>
            </a:pPr>
            <a:r>
              <a:t>📋  结构化质检报告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0" y="59436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502920" cy="50292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6032"/>
            <a:ext cx="7315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做跨境电商销售管理，你是不是也遇到过这些？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914400"/>
            <a:ext cx="813816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6446520"/>
            <a:ext cx="2560320" cy="292608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跨境电商 · 客服聊天质量管理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🛒 📦 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" y="1143000"/>
            <a:ext cx="8138160" cy="841248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1097280"/>
            <a:ext cx="813816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28016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1298448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每天上百通 WhatsApp / FB 聊天，主管根本看不过来，只能抽几通？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" y="2148839"/>
            <a:ext cx="8138160" cy="841248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2103120"/>
            <a:ext cx="813816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28600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304288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客户因回复慢、话术不对已流失，出问题才发现？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" y="3154680"/>
            <a:ext cx="8138160" cy="841248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3108960"/>
            <a:ext cx="813816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29184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310128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不同主管点评口径不一样，客服不知道到底该怎么改？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9496" y="4160520"/>
            <a:ext cx="8138160" cy="841248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4114800"/>
            <a:ext cx="813816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29768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315968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复盘全靠口头说，改进了什么、谁没改，没法追踪？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9496" y="5166360"/>
            <a:ext cx="8138160" cy="841248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2920" y="5120640"/>
            <a:ext cx="813816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30352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321808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销冠怎么成交的，经验在脑子里，新人来了还是从头摸索？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0" y="59436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502920" cy="50292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⚠️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6032"/>
            <a:ext cx="7315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没有这套工具：销售工作中会遇到的问题与影响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914400"/>
            <a:ext cx="813816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6446520"/>
            <a:ext cx="2560320" cy="292608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跨境电商 · 客服聊天质量管理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🛒 📦 🌍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1024128"/>
          <a:ext cx="822960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问题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日常表现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带来的影响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聊天检不过来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每天上百通，主管只能抽检10~20%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大量问题会话被漏掉，质量靠运气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问题发现太晚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首响超时、话术失误事后才知道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客户已流失、订单已丢，补救成本高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质检标准不统一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不同主管点评口径不一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客服无所适从，团队水平参差不齐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反馈无法落地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复盘靠口头，无结构化记录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改了什么、谁没改说不清，同类错误反复犯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高价值客户被淹没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精力耗在低意向寒暄上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真正该跟进的成交客户反而没空看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销冠经验难复制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成交路径留在个人脑子里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扩团队慢，新人试错周期长、带教成本高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管理半径受限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1名主管精力有限，只能盯住约10人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团队想扩到30人必须加主管编制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数据无法量化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没有合格率、风险率等统一指标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绩效考核缺依据，管理决策靠感觉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0" y="59436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502920" cy="50292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⚠️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6032"/>
            <a:ext cx="7315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跨境电商销售管理的 5 大痛点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914400"/>
            <a:ext cx="813816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6446520"/>
            <a:ext cx="2560320" cy="292608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跨境电商 · 客服聊天质量管理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🛒 📦 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" y="1097280"/>
            <a:ext cx="8138160" cy="86868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1051560"/>
            <a:ext cx="81381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1216151"/>
            <a:ext cx="411480" cy="4114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118871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检不过来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1216151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多平台对话量大，人工只能抽检 10–20%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" y="2084831"/>
            <a:ext cx="8138160" cy="86868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2039112"/>
            <a:ext cx="81381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2203704"/>
            <a:ext cx="411480" cy="4114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217627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发现太晚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2203704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首响超时、话术失误，往往客户流失后才知道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9496" y="3072384"/>
            <a:ext cx="8138160" cy="86868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3026664"/>
            <a:ext cx="81381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" y="3191256"/>
            <a:ext cx="41148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3163824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标准不统一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3191256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质检靠主管个人经验，不同人不同标准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9496" y="4059936"/>
            <a:ext cx="8138160" cy="86868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" y="4014216"/>
            <a:ext cx="81381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85800" y="4178808"/>
            <a:ext cx="41148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4151376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反馈难落地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4178808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口头点评没记录，改了什么、谁没改说不清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9496" y="5047488"/>
            <a:ext cx="8138160" cy="86868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5001768"/>
            <a:ext cx="81381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85800" y="5166360"/>
            <a:ext cx="411480" cy="41148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513892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经验难复制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166360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成交话术留在销冠脑子里，扩团队、带新人都慢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0" y="59436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9144000" cy="109728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9144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08176" y="2148839"/>
            <a:ext cx="6400800" cy="228600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71600" y="2103120"/>
            <a:ext cx="6400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71600" y="2103120"/>
            <a:ext cx="64008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286000"/>
            <a:ext cx="731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331720"/>
            <a:ext cx="5303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成本与价值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24612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369A1"/>
                </a:solidFill>
              </a:defRPr>
            </a:pPr>
            <a:r>
              <a:t>人力账目 · 财务对比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0" y="59436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502920" cy="50292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6032"/>
            <a:ext cx="7315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核心对比：1 名主管能带多少人？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914400"/>
            <a:ext cx="813816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6446520"/>
            <a:ext cx="2560320" cy="292608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跨境电商 · 客服聊天质量管理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🛒 📦 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" y="1097280"/>
            <a:ext cx="3886200" cy="347472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1051560"/>
            <a:ext cx="38862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1051560"/>
            <a:ext cx="3886200" cy="5029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115568"/>
            <a:ext cx="3886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没有系统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737360"/>
            <a:ext cx="3886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EF4444"/>
                </a:solidFill>
              </a:defRPr>
            </a:pPr>
            <a:r>
              <a:t>10 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514600"/>
            <a:ext cx="3886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管理半径上限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926080"/>
            <a:ext cx="3429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主管每天2~4h翻聊天抽检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只能覆盖10~20%会话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30人团队需要 3 名主管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0016" y="1097280"/>
            <a:ext cx="3886200" cy="347472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63440" y="1051560"/>
            <a:ext cx="38862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63440" y="1051560"/>
            <a:ext cx="38862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1115568"/>
            <a:ext cx="3886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拥有系统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1737360"/>
            <a:ext cx="3886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59669"/>
                </a:solidFill>
              </a:defRPr>
            </a:pPr>
            <a:r>
              <a:t>30 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2514600"/>
            <a:ext cx="3886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同等精力管3倍团队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2926080"/>
            <a:ext cx="3429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5分钟定位+10分钟分析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全量过检，高风险自动标红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30人团队只需 1 名主管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709160"/>
            <a:ext cx="8138160" cy="685800"/>
          </a:xfrm>
          <a:prstGeom prst="roundRect">
            <a:avLst/>
          </a:prstGeom>
          <a:solidFill>
            <a:srgbClr val="E0F2FE"/>
          </a:solidFill>
          <a:ln w="254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人力账目：30人团队少配 2 名主管  →  每月节省约 ¥16,000 ~ ¥24,000（按主管月薪 ¥8,000~12,000 计）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532120"/>
            <a:ext cx="8138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※ 以下为参考估算，可按贵司实际薪资与团队规模替换数字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0" y="59436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502920" cy="50292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6032"/>
            <a:ext cx="7315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人力成本 → 财务账目对比（30人客服团队 · 月估算）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914400"/>
            <a:ext cx="813816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6446520"/>
            <a:ext cx="2560320" cy="292608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跨境电商 · 客服聊天质量管理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🛒 📦 🌍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1024128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成本项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没有系统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拥有系统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每月差额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主管质检工时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2~4h/天×22天≈60h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约2.5h/天≈12h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节省约 ¥2,400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主管编制（带人）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3名主管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1名主管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节省 ¥16,000~24,000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漏检致流失/客诉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难以及时发现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高风险当日标红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减少损失 ¥5,000+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新人带教试错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2~4周上手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报告当教材缩短周期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节省 ¥3,000~5,000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重复犯错无效工时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无记录、同类问题反复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结构化改进建议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节省 ¥1,500~2,500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合计（可量化部分）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约 ¥28,000~39,000/月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0" y="59436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502920" cy="50292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⚖️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6032"/>
            <a:ext cx="7315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系统价值：对冲「不用工具」的成本总和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914400"/>
            <a:ext cx="813816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6446520"/>
            <a:ext cx="2560320" cy="292608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跨境电商 · 客服聊天质量管理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🛒 📦 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051560"/>
            <a:ext cx="3886200" cy="443484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188720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不用工具 · 问题成本总和（月）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600200"/>
            <a:ext cx="3520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主管多配编制：¥16,000 ~ 24,000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主管质检工时浪费：¥2,000 ~ 4,000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漏检客户流失：¥5,000 +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新人试错与带教：¥3,000 ~ 5,000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重复犯错无效工时：¥1,500 ~ 2,500</a:t>
            </a:r>
          </a:p>
          <a:p>
            <a:pPr>
              <a:defRPr sz="1200" b="1">
                <a:solidFill>
                  <a:srgbClr val="EF4444"/>
                </a:solidFill>
              </a:defRPr>
            </a:pPr>
            <a:r>
              <a:t>合计约 ¥28,000 ~ 39,000+ / 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1051560"/>
            <a:ext cx="3886200" cy="443484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1188720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拥有系统 · 可兑现价值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1600200"/>
            <a:ext cx="3520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✓ 主管产能：1人带30人，少配2名主管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✓ 质检效率：5分钟定位+10分钟分析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✓ 质量覆盖：100%过检，高风险标红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✓ 管理闭环：问题+建议+动作可追踪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✓ 经验沉淀：成交案例反哺标准</a:t>
            </a:r>
          </a:p>
          <a:p>
            <a:pPr>
              <a:defRPr sz="1200" b="1">
                <a:solidFill>
                  <a:srgbClr val="059669"/>
                </a:solidFill>
              </a:defRPr>
            </a:pPr>
            <a:r>
              <a:t>≈ 对冲上述成本总和，且管理半径扩大 3 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292608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369A1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623560"/>
            <a:ext cx="8138160" cy="50292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结论：系统价值 ≈ 每月节省 2~3 万元人力与管理成本 + 减少不可量化的客户流失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0" y="59436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502920" cy="50292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6032"/>
            <a:ext cx="7315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拥有系统后：能解决什么、提升什么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914400"/>
            <a:ext cx="813816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6446520"/>
            <a:ext cx="2560320" cy="292608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跨境电商 · 客服聊天质量管理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🛒 📦 🌍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1024128"/>
          <a:ext cx="822960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原问题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系统怎么做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提升结果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检不过来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全量自动分档质检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100%覆盖，不再靠抽检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发现太晚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高风险/不合格标红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当时定位、当时纠偏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标准不统一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统一SOP+AI判断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所有人同一把尺子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反馈难落地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问题+建议+动作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可直接下发、可追踪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高价值客户淹没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跳过低意向短对话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精力集中在最易成交客户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主管只能带10人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15分钟完成质检分析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1主管可带约30人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经验难复制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成交案例持续学习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新人有案可查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无法量化考核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合格率/风险率数据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E293B"/>
                          </a:solidFill>
                        </a:defRPr>
                      </a:pPr>
                      <a:r>
                        <a:t>绩效有据、公平对比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0" y="59436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9144000" cy="109728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9144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08176" y="2148839"/>
            <a:ext cx="6400800" cy="228600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71600" y="2103120"/>
            <a:ext cx="6400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71600" y="2103120"/>
            <a:ext cx="64008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286000"/>
            <a:ext cx="731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⚖️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331720"/>
            <a:ext cx="5303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不用 vs 用了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24612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369A1"/>
                </a:solidFill>
              </a:defRPr>
            </a:pPr>
            <a:r>
              <a:t>差别一目了然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0" y="59436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502920" cy="50292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⚖️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6032"/>
            <a:ext cx="7315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不用 vs 用了：差别在哪？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914400"/>
            <a:ext cx="813816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6446520"/>
            <a:ext cx="2560320" cy="292608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跨境电商 · 客服聊天质量管理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🛒 📦 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051560"/>
            <a:ext cx="3886200" cy="5029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✕  不用这套工具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600200"/>
            <a:ext cx="3886200" cy="416052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783080"/>
            <a:ext cx="3520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1E293B"/>
                </a:solidFill>
              </a:defRPr>
            </a:pPr>
            <a:r>
              <a:t>• 主管每天花 2–4 小时翻聊天，还是只能抽查</a:t>
            </a:r>
          </a:p>
          <a:p>
            <a:pPr>
              <a:spcAft>
                <a:spcPts val="900"/>
              </a:spcAft>
              <a:defRPr sz="1200">
                <a:solidFill>
                  <a:srgbClr val="1E293B"/>
                </a:solidFill>
              </a:defRPr>
            </a:pPr>
            <a:r>
              <a:t>• 低意向寒暄占大量时间，长对话没空看</a:t>
            </a:r>
          </a:p>
          <a:p>
            <a:pPr>
              <a:spcAft>
                <a:spcPts val="900"/>
              </a:spcAft>
              <a:defRPr sz="1200">
                <a:solidFill>
                  <a:srgbClr val="1E293B"/>
                </a:solidFill>
              </a:defRPr>
            </a:pPr>
            <a:r>
              <a:t>• 问题发现滞后，客户流失才意识到</a:t>
            </a:r>
          </a:p>
          <a:p>
            <a:pPr>
              <a:spcAft>
                <a:spcPts val="900"/>
              </a:spcAft>
              <a:defRPr sz="1200">
                <a:solidFill>
                  <a:srgbClr val="1E293B"/>
                </a:solidFill>
              </a:defRPr>
            </a:pPr>
            <a:r>
              <a:t>• 点评靠嘴说，没有记录，改没改说不清</a:t>
            </a:r>
          </a:p>
          <a:p>
            <a:pPr>
              <a:spcAft>
                <a:spcPts val="900"/>
              </a:spcAft>
              <a:defRPr sz="1200">
                <a:solidFill>
                  <a:srgbClr val="1E293B"/>
                </a:solidFill>
              </a:defRPr>
            </a:pPr>
            <a:r>
              <a:t>• 销冠经验带不走，新人试错成本高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1051560"/>
            <a:ext cx="38862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✓  用了这套工具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1600200"/>
            <a:ext cx="3886200" cy="416052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1783080"/>
            <a:ext cx="3520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1E293B"/>
                </a:solidFill>
              </a:defRPr>
            </a:pPr>
            <a:r>
              <a:t>• 上传 Excel，10–15 分钟出全量日报</a:t>
            </a:r>
          </a:p>
          <a:p>
            <a:pPr>
              <a:spcAft>
                <a:spcPts val="900"/>
              </a:spcAft>
              <a:defRPr sz="1200">
                <a:solidFill>
                  <a:srgbClr val="1E293B"/>
                </a:solidFill>
              </a:defRPr>
            </a:pPr>
            <a:r>
              <a:t>• 自动跳过低意向短对话，聚焦高价值会话</a:t>
            </a:r>
          </a:p>
          <a:p>
            <a:pPr>
              <a:spcAft>
                <a:spcPts val="900"/>
              </a:spcAft>
              <a:defRPr sz="1200">
                <a:solidFill>
                  <a:srgbClr val="1E293B"/>
                </a:solidFill>
              </a:defRPr>
            </a:pPr>
            <a:r>
              <a:t>• 不合格 / 高风险 / 红线自动标红，当天纠偏</a:t>
            </a:r>
          </a:p>
          <a:p>
            <a:pPr>
              <a:spcAft>
                <a:spcPts val="900"/>
              </a:spcAft>
              <a:defRPr sz="1200">
                <a:solidFill>
                  <a:srgbClr val="1E293B"/>
                </a:solidFill>
              </a:defRPr>
            </a:pPr>
            <a:r>
              <a:t>• 每通输出：问题 + 建议 + 下一步动作</a:t>
            </a:r>
          </a:p>
          <a:p>
            <a:pPr>
              <a:spcAft>
                <a:spcPts val="900"/>
              </a:spcAft>
              <a:defRPr sz="1200">
                <a:solidFill>
                  <a:srgbClr val="1E293B"/>
                </a:solidFill>
              </a:defRPr>
            </a:pPr>
            <a:r>
              <a:t>• 成交案例沉淀，标准越用越贴合业务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0" y="59436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502920" cy="50292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6032"/>
            <a:ext cx="7315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效率能提升多少？（每天 200 通聊天）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914400"/>
            <a:ext cx="813816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6446520"/>
            <a:ext cx="2560320" cy="292608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跨境电商 · 客服聊天质量管理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🛒 📦 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" y="1143000"/>
            <a:ext cx="2606040" cy="233172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1097280"/>
            <a:ext cx="26060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1097280"/>
            <a:ext cx="2606040" cy="10972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325880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97316"/>
                </a:solidFill>
              </a:defRPr>
            </a:pPr>
            <a:r>
              <a:t>15分钟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82880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质检耗时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148839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2~4h无效抽检 → 5+10min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606039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把最容易成交的客户全部握在手里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74136" y="1143000"/>
            <a:ext cx="2606040" cy="233172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337560" y="1097280"/>
            <a:ext cx="26060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37560" y="1097280"/>
            <a:ext cx="2606040" cy="109728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1325880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369A1"/>
                </a:solidFill>
              </a:defRPr>
            </a:pPr>
            <a:r>
              <a:t>5~10×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182880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覆盖范围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2148839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抽检 → 全量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2606039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不再靠抽样赌运气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1143000"/>
            <a:ext cx="2606040" cy="233172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72200" y="1097280"/>
            <a:ext cx="26060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72200" y="1097280"/>
            <a:ext cx="2606040" cy="10972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1325880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B8A6"/>
                </a:solidFill>
              </a:defRPr>
            </a:pPr>
            <a:r>
              <a:t>60%↓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182880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无效质检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2148839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跳过低意向短对话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2606039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精力集中在高价值客户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9496" y="3749039"/>
            <a:ext cx="2606040" cy="233172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2920" y="3703320"/>
            <a:ext cx="26060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2920" y="3703320"/>
            <a:ext cx="2606040" cy="1097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931920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9E0B"/>
                </a:solidFill>
              </a:defRPr>
            </a:pPr>
            <a:r>
              <a:t>结构化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43484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每通有结论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754879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问题+建议+动作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212079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改法直接给到一线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74136" y="3749039"/>
            <a:ext cx="2606040" cy="233172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337560" y="3703320"/>
            <a:ext cx="26060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337560" y="3703320"/>
            <a:ext cx="2606040" cy="109728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4720" y="3931920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369A1"/>
                </a:solidFill>
              </a:defRPr>
            </a:pPr>
            <a:r>
              <a:t>当天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4720" y="443484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出报告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0" y="4754879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不用等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4720" y="5212079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当日发现、当日纠偏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08776" y="3749039"/>
            <a:ext cx="2606040" cy="233172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172200" y="3703320"/>
            <a:ext cx="26060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172200" y="3703320"/>
            <a:ext cx="2606040" cy="10972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3931920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B8A6"/>
                </a:solidFill>
              </a:defRPr>
            </a:pPr>
            <a:r>
              <a:t>100%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443484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标准统一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4754879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因人而异 → SOP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60" y="5212079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公平考核、可对比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0" y="59436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502920" cy="50292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6032"/>
            <a:ext cx="7315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数据对比一览（每天 200 通聊天）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914400"/>
            <a:ext cx="813816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6446520"/>
            <a:ext cx="2560320" cy="292608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跨境电商 · 客服聊天质量管理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🛒 📦 🌍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1051560"/>
          <a:ext cx="813816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4540"/>
                <a:gridCol w="2034540"/>
                <a:gridCol w="2034540"/>
                <a:gridCol w="2034540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对比项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不用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用了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提升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质检耗时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2~4 小时无效抽检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5分钟定位+10分钟分析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掌握最易成交客户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会话覆盖率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10~20% 抽检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100% 过检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5~10 倍覆盖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问题发现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事后才知道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当天标红预警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当日响应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反馈形式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口头点评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Excel 结构化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可追踪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质检标准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因人而异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统一 SOP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公平可对比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457200" y="1005840"/>
            <a:ext cx="8229600" cy="2770632"/>
          </a:xfrm>
          <a:prstGeom prst="roundRect">
            <a:avLst/>
          </a:prstGeom>
          <a:noFill/>
          <a:ln w="254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0" y="59436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9144000" cy="109728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9144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08176" y="2148839"/>
            <a:ext cx="6400800" cy="228600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71600" y="2103120"/>
            <a:ext cx="6400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71600" y="2103120"/>
            <a:ext cx="64008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286000"/>
            <a:ext cx="731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331720"/>
            <a:ext cx="5303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工具能帮你做什么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24612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369A1"/>
                </a:solidFill>
              </a:defRPr>
            </a:pPr>
            <a:r>
              <a:t>痛点 → 方案 → 结果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0" y="59436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502920" cy="50292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6032"/>
            <a:ext cx="7315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这个工具帮你解决什么？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914400"/>
            <a:ext cx="813816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6446520"/>
            <a:ext cx="2560320" cy="292608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跨境电商 · 客服聊天质量管理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🛒 📦 🌍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1051560"/>
          <a:ext cx="813816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017520"/>
                <a:gridCol w="2743200"/>
              </a:tblGrid>
              <a:tr h="4206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你的痛点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工具怎么解决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你得到什么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聊天太多，检不过来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自动分档 + AI 批量质检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10 分钟出全量日报</a:t>
                      </a:r>
                    </a:p>
                  </a:txBody>
                  <a:tcPr anchor="ctr"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不知道先查谁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高风险 / 不合格自动标红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打开就知道先处理谁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标准因人而异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按公司 SOP 统一判断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所有人同一套尺子</a:t>
                      </a:r>
                    </a:p>
                  </a:txBody>
                  <a:tcPr anchor="ctr"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点评完就忘了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结构化：问题+建议+动作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可直接下发、可追踪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短对话浪费精力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低意向自动跳过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精力集中在高价值客户</a:t>
                      </a:r>
                    </a:p>
                  </a:txBody>
                  <a:tcPr anchor="ctr"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销冠经验带不走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成交案例持续学习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新人有案可查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0" y="59436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9144000" cy="109728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9144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50976" y="1691640"/>
            <a:ext cx="7315200" cy="320040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645920"/>
            <a:ext cx="731520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1645920"/>
            <a:ext cx="731520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011680"/>
            <a:ext cx="65836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</a:defRPr>
            </a:pPr>
            <a:r>
              <a:t>把聊天记录表格丢进去</a:t>
            </a:r>
            <a:br/>
            <a:r>
              <a:t>当天拿到「该查谁、该怎么改」的 Excel 报告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3657600"/>
            <a:ext cx="1828800" cy="4572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369A1"/>
                </a:solidFill>
              </a:defRPr>
            </a:pPr>
            <a:r>
              <a:t>✓ 不用逐通翻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3657600"/>
            <a:ext cx="1828800" cy="4572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369A1"/>
                </a:solidFill>
              </a:defRPr>
            </a:pPr>
            <a:r>
              <a:t>✓ 不用靠人记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79" y="3657600"/>
            <a:ext cx="1828800" cy="4572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369A1"/>
                </a:solidFill>
              </a:defRPr>
            </a:pPr>
            <a:r>
              <a:t>✓ 不用猜标准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0" y="59436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9144000" cy="109728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9144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08176" y="2148839"/>
            <a:ext cx="6400800" cy="228600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71600" y="2103120"/>
            <a:ext cx="6400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71600" y="2103120"/>
            <a:ext cx="64008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286000"/>
            <a:ext cx="731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331720"/>
            <a:ext cx="5303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操作流程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24612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369A1"/>
                </a:solidFill>
              </a:defRPr>
            </a:pPr>
            <a:r>
              <a:t>运用流程 · 操作演示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0" y="59436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502920" cy="50292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6032"/>
            <a:ext cx="7315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运用流程：从数据到管理动作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914400"/>
            <a:ext cx="813816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6446520"/>
            <a:ext cx="2560320" cy="292608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跨境电商 · 客服聊天质量管理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🛒 📦 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5" y="1143000"/>
            <a:ext cx="1170432" cy="411480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0040" y="1097280"/>
            <a:ext cx="117043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6656" y="1280160"/>
            <a:ext cx="457200" cy="457200"/>
          </a:xfrm>
          <a:prstGeom prst="ellipse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59" y="1874519"/>
            <a:ext cx="10789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准备数据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59" y="2286000"/>
            <a:ext cx="107899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SaleSmartly：API 自动拉取</a:t>
            </a:r>
            <a:br/>
            <a:r>
              <a:t>其他平台：手动上传 Excel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0472" y="1828800"/>
            <a:ext cx="9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97316"/>
                </a:solidFill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00200" y="1143000"/>
            <a:ext cx="1170432" cy="411480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563624" y="1097280"/>
            <a:ext cx="117043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920240" y="1280160"/>
            <a:ext cx="457200" cy="457200"/>
          </a:xfrm>
          <a:prstGeom prst="ellipse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1874519"/>
            <a:ext cx="10789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确认配置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9344" y="2286000"/>
            <a:ext cx="107899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核对列映射、时间范围</a:t>
            </a:r>
            <a:br/>
            <a:r>
              <a:t>筛选要质检的会话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34056" y="1828800"/>
            <a:ext cx="9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97316"/>
                </a:solidFill>
              </a:defRPr>
            </a:pPr>
            <a: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43784" y="1143000"/>
            <a:ext cx="1170432" cy="411480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807208" y="1097280"/>
            <a:ext cx="117043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163824" y="1280160"/>
            <a:ext cx="457200" cy="457200"/>
          </a:xfrm>
          <a:prstGeom prst="ellipse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2928" y="1874519"/>
            <a:ext cx="10789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启动质检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52928" y="2286000"/>
            <a:ext cx="107899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点击开始，等待十余分钟</a:t>
            </a:r>
            <a:br/>
            <a:r>
              <a:t>系统自动分档+AI分析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40" y="1828800"/>
            <a:ext cx="9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97316"/>
                </a:solidFill>
              </a:defRPr>
            </a:pPr>
            <a: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87368" y="1143000"/>
            <a:ext cx="1170432" cy="411480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050791" y="1097280"/>
            <a:ext cx="117043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407407" y="1280160"/>
            <a:ext cx="457200" cy="457200"/>
          </a:xfrm>
          <a:prstGeom prst="ellipse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96511" y="1874519"/>
            <a:ext cx="10789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下载报告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96511" y="2286000"/>
            <a:ext cx="107899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获取 Excel 双表报告</a:t>
            </a:r>
            <a:br/>
            <a:r>
              <a:t>优质客户 + 低意向客户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21224" y="1828800"/>
            <a:ext cx="9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97316"/>
                </a:solidFill>
              </a:defRPr>
            </a:pPr>
            <a: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30952" y="1143000"/>
            <a:ext cx="1170432" cy="411480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294376" y="1097280"/>
            <a:ext cx="117043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50992" y="1280160"/>
            <a:ext cx="457200" cy="457200"/>
          </a:xfrm>
          <a:prstGeom prst="ellipse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40096" y="1874519"/>
            <a:ext cx="10789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定位问题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0096" y="2286000"/>
            <a:ext cx="107899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筛「重点档」+ 高风险标红</a:t>
            </a:r>
            <a:br/>
            <a:r>
              <a:t>5分钟找到该查谁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64808" y="1828800"/>
            <a:ext cx="9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97316"/>
                </a:solidFill>
              </a:defRPr>
            </a:pPr>
            <a:r>
              <a:t>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74536" y="1143000"/>
            <a:ext cx="1170432" cy="411480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37960" y="1097280"/>
            <a:ext cx="117043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894576" y="1280160"/>
            <a:ext cx="457200" cy="457200"/>
          </a:xfrm>
          <a:prstGeom prst="ellipse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1874519"/>
            <a:ext cx="10789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分析纠偏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2286000"/>
            <a:ext cx="107899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看问题/建议/跟进动作</a:t>
            </a:r>
            <a:br/>
            <a:r>
              <a:t>10分钟完成分析下发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08392" y="1828800"/>
            <a:ext cx="9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97316"/>
                </a:solidFill>
              </a:defRPr>
            </a:pPr>
            <a:r>
              <a:t>›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818119" y="1143000"/>
            <a:ext cx="1170432" cy="411480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781544" y="1097280"/>
            <a:ext cx="117043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138160" y="1280160"/>
            <a:ext cx="457200" cy="457200"/>
          </a:xfrm>
          <a:prstGeom prst="ellipse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27264" y="1874519"/>
            <a:ext cx="10789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复盘沉淀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27264" y="2286000"/>
            <a:ext cx="107899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周会案例教学</a:t>
            </a:r>
            <a:br/>
            <a:r>
              <a:t>成交客户反哺标准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0" y="59436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9144000" cy="109728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9144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08176" y="2148839"/>
            <a:ext cx="6400800" cy="228600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71600" y="2103120"/>
            <a:ext cx="6400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71600" y="2103120"/>
            <a:ext cx="64008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286000"/>
            <a:ext cx="731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🖼️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331720"/>
            <a:ext cx="5303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报告长什么样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24612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369A1"/>
                </a:solidFill>
              </a:defRPr>
            </a:pPr>
            <a:r>
              <a:t>真实界面截图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0" y="59436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502920" cy="50292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🖼️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6032"/>
            <a:ext cx="7315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上传表格，等几分钟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914400"/>
            <a:ext cx="813816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6446520"/>
            <a:ext cx="2560320" cy="292608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跨境电商 · 客服聊天质量管理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🛒 📦 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051560"/>
            <a:ext cx="813816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1_uplo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617" y="1051560"/>
            <a:ext cx="5772764" cy="429767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02920" y="5440680"/>
            <a:ext cx="8138160" cy="43891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0369A1"/>
                </a:solidFill>
              </a:defRPr>
            </a:pPr>
            <a:r>
              <a:t>💡  网页版支持 API 拉取或上传 Excel，不需要懂技术。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0" y="59436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502920" cy="50292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🖼️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6032"/>
            <a:ext cx="7315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报告：一眼看到该查谁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914400"/>
            <a:ext cx="813816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6446520"/>
            <a:ext cx="2560320" cy="292608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跨境电商 · 客服聊天质量管理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🛒 📦 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051560"/>
            <a:ext cx="685800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2_repo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0682" y="1051560"/>
            <a:ext cx="5142474" cy="429767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02920" y="5440680"/>
            <a:ext cx="5486400" cy="43891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0369A1"/>
                </a:solidFill>
              </a:defRPr>
            </a:pPr>
            <a:r>
              <a:t>💡  不合格、高风险自动标红，客户阶段与主要顾虑一目了然。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17336" y="1097280"/>
            <a:ext cx="2560320" cy="429768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80760" y="1051560"/>
            <a:ext cx="25603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2344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97316"/>
                </a:solidFill>
              </a:defRPr>
            </a:pPr>
            <a:r>
              <a:t>看报告时关注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64592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▸ 先筛「重点档」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▸ 再看标红项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▸ 直接用于复盘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0" y="59436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502920" cy="50292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🖼️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6032"/>
            <a:ext cx="7315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每通对话都有改法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914400"/>
            <a:ext cx="813816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6446520"/>
            <a:ext cx="2560320" cy="292608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跨境电商 · 客服聊天质量管理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🛒 📦 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051560"/>
            <a:ext cx="813816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3_action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42227"/>
            <a:ext cx="8138160" cy="1316345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02920" y="5440680"/>
            <a:ext cx="8138160" cy="43891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0369A1"/>
                </a:solidFill>
              </a:defRPr>
            </a:pPr>
            <a:r>
              <a:t>💡  不只是说「不合格」，还告诉客服具体该怎么改、下一步做什么。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0" y="59436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502920" cy="50292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6032"/>
            <a:ext cx="7315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用了之后，日常管理会变成这样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914400"/>
            <a:ext cx="813816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6446520"/>
            <a:ext cx="2560320" cy="292608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跨境电商 · 客服聊天质量管理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🛒 📦 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" y="1097280"/>
            <a:ext cx="8138160" cy="109728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1051560"/>
            <a:ext cx="81381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1051560"/>
            <a:ext cx="91440" cy="109728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188719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369A1"/>
                </a:solidFill>
              </a:defRPr>
            </a:pPr>
            <a:r>
              <a:t>⚡ 需要质检时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1234439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上传聊天记录 → 十余分钟出报告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1280160"/>
            <a:ext cx="2651760" cy="5943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→ 筛高风险，当时纠偏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9496" y="2359151"/>
            <a:ext cx="8138160" cy="109728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313432"/>
            <a:ext cx="81381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2313432"/>
            <a:ext cx="91440" cy="10972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450591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B8A6"/>
                </a:solidFill>
              </a:defRPr>
            </a:pPr>
            <a:r>
              <a:t>📆 每周复盘会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2496312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用「重点档」长对话做案例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720" y="2542032"/>
            <a:ext cx="2651760" cy="5943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→ 不用现场翻记录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9496" y="3621023"/>
            <a:ext cx="8138160" cy="109728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3575303"/>
            <a:ext cx="81381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3575303"/>
            <a:ext cx="91440" cy="10972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712463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👩‍🏫 新人培训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3758183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拿改进建议 + 跟进动作当教材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720" y="3803904"/>
            <a:ext cx="2651760" cy="5943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→ 有具体话术参考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6" y="4882895"/>
            <a:ext cx="8138160" cy="109728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02920" y="4837175"/>
            <a:ext cx="81381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02920" y="4837175"/>
            <a:ext cx="91440" cy="10972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97433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97316"/>
                </a:solidFill>
              </a:defRPr>
            </a:pPr>
            <a:r>
              <a:t>📈 绩效考核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8880" y="5020055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对比各客服合格率、风险率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60720" y="5065775"/>
            <a:ext cx="2651760" cy="5943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→ 有数据、更公平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0" y="59436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502920" cy="50292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6032"/>
            <a:ext cx="7315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适合哪些跨境电商团队？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914400"/>
            <a:ext cx="813816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6446520"/>
            <a:ext cx="2560320" cy="292608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跨境电商 · 客服聊天质量管理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🛒 📦 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" y="1143000"/>
            <a:ext cx="8138160" cy="502920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1097280"/>
            <a:ext cx="813816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325880"/>
            <a:ext cx="74980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</a:defRPr>
            </a:pPr>
            <a:r>
              <a:t>▸  销售 / 客服主管：每天需要盯 WhatsApp、FB、IG 等多渠道聊天质量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</a:defRPr>
            </a:pPr>
            <a:r>
              <a:t>▸  对话量大、渠道多的团队：标准难统一，靠人工抽检覆盖不全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</a:defRPr>
            </a:pPr>
            <a:r>
              <a:t>▸  正在扩团队的业务：想把销冠经验沉淀下来，缩短新人上手周期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</a:defRPr>
            </a:pPr>
            <a:r>
              <a:t>▸  已用 SalesMartly 的团队：可直接对接聊天数据，减少手工导出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989320"/>
            <a:ext cx="8138160" cy="38404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0369A1"/>
                </a:solidFill>
              </a:defRPr>
            </a:pPr>
            <a:r>
              <a:t>💡  提供桌面版（本机）和网页版（浏览器），可按团队情况选择。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0" y="59436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9144000" cy="109728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9144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08176" y="2148839"/>
            <a:ext cx="6400800" cy="228600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71600" y="2103120"/>
            <a:ext cx="6400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71600" y="2103120"/>
            <a:ext cx="64008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286000"/>
            <a:ext cx="731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331720"/>
            <a:ext cx="5303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长期价值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24612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369A1"/>
                </a:solidFill>
              </a:defRPr>
            </a:pPr>
            <a:r>
              <a:t>成交学习 · 经验注入 · 持续进化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0" y="59436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502920" cy="50292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6032"/>
            <a:ext cx="7315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【重点】怎么学习？打造专属于业务的 AI 智能体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914400"/>
            <a:ext cx="813816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6446520"/>
            <a:ext cx="2560320" cy="292608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跨境电商 · 客服聊天质量管理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🛒 📦 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960120"/>
            <a:ext cx="1005840" cy="29260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核心能力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024128"/>
            <a:ext cx="813816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通过 AI 大模型，创建「专属于业务的智能体」——不断加深对客户的了解、对业务的了解，越用越懂你的生意。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" y="2057400"/>
            <a:ext cx="2514600" cy="192024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011680"/>
            <a:ext cx="25146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2011680"/>
            <a:ext cx="2514600" cy="109728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2148840"/>
            <a:ext cx="777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651760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369A1"/>
                </a:solidFill>
              </a:defRPr>
            </a:pPr>
            <a:r>
              <a:t>吸收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017520"/>
            <a:ext cx="2240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成交聊天记录</a:t>
            </a:r>
            <a:br/>
            <a:r>
              <a:t>质检案例与业务文档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26974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65576" y="2057400"/>
            <a:ext cx="2514600" cy="192024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29000" y="2011680"/>
            <a:ext cx="25146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29000" y="2011680"/>
            <a:ext cx="2514600" cy="10972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2148840"/>
            <a:ext cx="777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2651760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B8A6"/>
                </a:solidFill>
              </a:defRPr>
            </a:pPr>
            <a:r>
              <a:t>理解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017520"/>
            <a:ext cx="2240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AI 分析心理轨迹</a:t>
            </a:r>
            <a:br/>
            <a:r>
              <a:t>顾虑化解与成交路径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26974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54496" y="2057400"/>
            <a:ext cx="2514600" cy="192024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17920" y="2011680"/>
            <a:ext cx="25146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17920" y="2011680"/>
            <a:ext cx="2514600" cy="10972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86600" y="2148840"/>
            <a:ext cx="777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651760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97316"/>
                </a:solidFill>
              </a:defRPr>
            </a:pPr>
            <a:r>
              <a:t>注入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017520"/>
            <a:ext cx="2240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经验写入智能体</a:t>
            </a:r>
            <a:br/>
            <a:r>
              <a:t>反哺质检与话术标准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069080"/>
            <a:ext cx="8138160" cy="566928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369A1"/>
                </a:solidFill>
              </a:defRPr>
            </a:pPr>
            <a:r>
              <a:t>智能体持续学习：每多一笔成交、每多一次复盘，对业务与客户的理解就加深一层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754880"/>
            <a:ext cx="8138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能适应不同地区 · 不同风格 · 不同时期的客户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9496" y="5120640"/>
            <a:ext cx="2606040" cy="123444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02920" y="5074920"/>
            <a:ext cx="26060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02920" y="5074920"/>
            <a:ext cx="2606040" cy="9144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" y="5193792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369A1"/>
                </a:solidFill>
              </a:defRPr>
            </a:pPr>
            <a:r>
              <a:t>🌍 不同地区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" y="54864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欧美/东南亚/中东</a:t>
            </a:r>
            <a:br/>
            <a:r>
              <a:t>沟通习惯各不相同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28415" y="5120640"/>
            <a:ext cx="2606040" cy="123444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291839" y="5074920"/>
            <a:ext cx="26060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291839" y="5074920"/>
            <a:ext cx="2606040" cy="914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01568" y="5193792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🎭 不同风格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01568" y="54864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理性/犹豫/冲动型</a:t>
            </a:r>
            <a:br/>
            <a:r>
              <a:t>对症话术各不相同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17336" y="5120640"/>
            <a:ext cx="2606040" cy="123444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080759" y="5074920"/>
            <a:ext cx="26060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080759" y="5074920"/>
            <a:ext cx="2606040" cy="914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90488" y="5193792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📅 不同时期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90488" y="54864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旺季促销/淡季维护</a:t>
            </a:r>
            <a:br/>
            <a:r>
              <a:t>客户心态随周期变化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0" y="59436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502920" cy="50292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6032"/>
            <a:ext cx="7315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不止质检：让成交经验持续注入系统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914400"/>
            <a:ext cx="813816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6446520"/>
            <a:ext cx="2560320" cy="292608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跨境电商 · 客服聊天质量管理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🛒 📦 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" y="1097280"/>
            <a:ext cx="3977639" cy="489204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1051560"/>
            <a:ext cx="3977639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1051560"/>
            <a:ext cx="3977639" cy="4572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115568"/>
            <a:ext cx="39776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成交客户学习 · 经验注入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1691640"/>
            <a:ext cx="3520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①  自动收录已成交客户的完整聊天记录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②  AI 分析成交路径、话术与心理轨迹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③  提炼顾虑化解、逼单跟单等最佳实践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④  沉淀为可复用知识，反哺质检标准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⑤  质检越用越准，新人培训有真实案例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074920"/>
            <a:ext cx="3703320" cy="68580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369A1"/>
                </a:solidFill>
              </a:defRPr>
            </a:pPr>
            <a:r>
              <a:t>从「个人经验」到「组织资产」</a:t>
            </a:r>
            <a:br/>
            <a:r>
              <a:t>销冠走了，成交方法还在系统里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0016" y="1097280"/>
            <a:ext cx="3977639" cy="489204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63440" y="1051560"/>
            <a:ext cx="3977639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63440" y="1051560"/>
            <a:ext cx="3977639" cy="45720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1115568"/>
            <a:ext cx="39776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聊天记录怎么进来？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1691640"/>
            <a:ext cx="3520440" cy="141732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1783080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SaleSmartly  ·  自动接入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对接 API，聊天记录自动拉取入库</a:t>
            </a:r>
            <a:br/>
            <a:r>
              <a:t>质检、成交学习均可定时自动跑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92040" y="3246120"/>
            <a:ext cx="3520440" cy="1417320"/>
          </a:xfrm>
          <a:prstGeom prst="roundRect">
            <a:avLst/>
          </a:prstGeom>
          <a:solidFill>
            <a:srgbClr val="E0F2F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3337560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369A1"/>
                </a:solidFill>
              </a:defRPr>
            </a:pPr>
            <a:r>
              <a:t>其他平台  ·  手动上传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凡能导出聊天记录 Excel</a:t>
            </a:r>
            <a:br/>
            <a:r>
              <a:t>或通过 API 接入的平台均支持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92040" y="4800600"/>
            <a:ext cx="35204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质检与成交学习共用同一套数据</a:t>
            </a:r>
            <a:br/>
            <a:r>
              <a:t>无论自动还是手动，进系统后流程一致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989320"/>
            <a:ext cx="8138160" cy="38404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质检发现问题 → 成交案例沉淀经验 → 经验注入标准 → 团队越用越强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0" y="59436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9144000" cy="109728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9144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9536" y="1417320"/>
            <a:ext cx="7498079" cy="4114800"/>
          </a:xfrm>
          <a:prstGeom prst="roundRect">
            <a:avLst/>
          </a:prstGeom>
          <a:solidFill>
            <a:srgbClr val="C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1371600"/>
            <a:ext cx="7498079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371600"/>
            <a:ext cx="7498079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1645920"/>
            <a:ext cx="6766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F172A"/>
                </a:solidFill>
              </a:defRPr>
            </a:pPr>
            <a:r>
              <a:t>一句话总结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2468880"/>
            <a:ext cx="6766560" cy="7772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65176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F4444"/>
                </a:solidFill>
              </a:defRPr>
            </a:pPr>
            <a:r>
              <a:t>✕  不用：靠人翻、靠抽查、靠记忆 → 问题发现慢、标准不统一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474720"/>
            <a:ext cx="6766560" cy="7772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6576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59669"/>
                </a:solidFill>
              </a:defRPr>
            </a:pPr>
            <a:r>
              <a:t>✓  用了：当天全量出报告，高风险标红，改法直接给到一线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57200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0369A1"/>
                </a:solidFill>
              </a:defRPr>
            </a:pPr>
            <a:r>
              <a:t>欢迎拿聊天记录试用：SaleSmartly 可自动接入，其他平台手动上传即可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21208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97316"/>
                </a:solidFill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4580</Words>
  <Application>WPS 演示</Application>
  <PresentationFormat>On-screen Show (4:3)</PresentationFormat>
  <Paragraphs>795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宁</cp:lastModifiedBy>
  <cp:revision>2</cp:revision>
  <dcterms:created xsi:type="dcterms:W3CDTF">2013-01-27T09:14:00Z</dcterms:created>
  <dcterms:modified xsi:type="dcterms:W3CDTF">2026-07-12T03:45:59Z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DD12F3CB12FC4B27A2D90C644190C0CC_12</vt:lpwstr>
  </property>
  <property fmtid="{D5CDD505-2E9C-101B-9397-08002B2CF9AE}" pid="3" name="KSOProductBuildVer">
    <vt:lpwstr>2052-12.1.0.26895</vt:lpwstr>
  </property>
</Properties>
</file>